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2962FF"/>
                </a:solidFill>
              </a:defRPr>
            </a:pPr>
            <a:r>
              <a:t>日本跨境电商 ERP 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23232"/>
                </a:solidFill>
              </a:defRPr>
            </a:pPr>
            <a:r>
              <a:t>一站式自动化解决方案 · 助力卖家效率提升 10 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323232"/>
                </a:solidFill>
              </a:defRPr>
            </a:pPr>
            <a:r>
              <a:t>合作伙伴版演示文档</a:t>
            </a:r>
            <a:br/>
            <a:br/>
            <a:r>
              <a:t>2026 年 3 月 · 二狗子 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62FF"/>
                </a:solidFill>
              </a:defRPr>
            </a:pPr>
            <a:r>
              <a:t>📋 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9441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一、项目背景与机会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二、产品定位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三、核心功能（业务模块）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三、核心功能（支撑模块）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四、商业价值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五、投入与回报（开发投入）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五、投入与回报（收益预测）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五、投入与回报（盈利时间线）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六、合作模式（合作方案）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六、合作模式（时间计划）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七、下一步行动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八、联系我们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62FF"/>
                </a:solidFill>
              </a:defRPr>
            </a:pPr>
            <a:r>
              <a:t>一、项目背景与机会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9441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962FF"/>
                </a:solidFill>
              </a:defRPr>
            </a:pPr>
            <a:r>
              <a:t>🎯 市场机会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日本电商市场：¥20 万亿+/年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跨境卖家：10 万+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核心痛点：多平台管理复杂、人工效率低、合规风险高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❌ 现状挑战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卖家平均运营 3-5 个店铺（亚马逊、乐天、雅虎）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订单/库存/物流/财务全靠人工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错误率高、无法规模化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2962FF"/>
                </a:solidFill>
              </a:defRPr>
            </a:pPr>
            <a:r>
              <a:t>✅ 解决方案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一个系统管理所有店铺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自动化处理 90% 日常操作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日本本地化合规支持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62FF"/>
                </a:solidFill>
              </a:defRPr>
            </a:pPr>
            <a:r>
              <a:t>二、产品定位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9441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🏷️ 一句话说明</a:t>
            </a:r>
          </a:p>
          <a:p>
            <a:pPr>
              <a:spcAft>
                <a:spcPts val="800"/>
              </a:spcAft>
              <a:defRPr sz="1800" b="1">
                <a:solidFill>
                  <a:srgbClr val="FF7F0E"/>
                </a:solidFill>
              </a:defRPr>
            </a:pPr>
            <a:r>
              <a:t>→ 面向日本市场的跨境电商管理系统</a:t>
            </a:r>
          </a:p>
          <a:p>
            <a:pPr>
              <a:spcAft>
                <a:spcPts val="800"/>
              </a:spcAft>
              <a:defRPr sz="1800" b="1">
                <a:solidFill>
                  <a:srgbClr val="FF7F0E"/>
                </a:solidFill>
              </a:defRPr>
            </a:pPr>
            <a:r>
              <a:t>→ 自动处理订单、库存、物流、财务全流程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👥 目标客户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中小卖家（1-10 人）：人手不足，效率低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中型卖家（10-50 人）：多店管理混乱，数据不统一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大型卖家（50 人+）：需要系统化，合规要求高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🎖️ 核心优势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日本本地化：税务、物流、语言全支持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多平台对接：亚马逊、乐天、雅虎一键接入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AI 智能助手：自动文案、智能客服、经营分析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SaaS 模式：按需订阅，快速上线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62FF"/>
                </a:solidFill>
              </a:defRPr>
            </a:pPr>
            <a:r>
              <a:t>三、核心功能 - 业务模块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9441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📦 8 大核心业务模块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FF7F0E"/>
                </a:solidFill>
              </a:defRPr>
            </a:pPr>
            <a:r>
              <a:t>店铺管理 → 一个后台管所有店</a:t>
            </a:r>
          </a:p>
          <a:p>
            <a:pPr>
              <a:spcAft>
                <a:spcPts val="800"/>
              </a:spcAft>
              <a:defRPr sz="1800" b="1">
                <a:solidFill>
                  <a:srgbClr val="FF7F0E"/>
                </a:solidFill>
              </a:defRPr>
            </a:pPr>
            <a:r>
              <a:t>订单中心 → 30 分钟→3 分钟（10 倍提升）</a:t>
            </a:r>
          </a:p>
          <a:p>
            <a:pPr>
              <a:spcAft>
                <a:spcPts val="800"/>
              </a:spcAft>
              <a:defRPr sz="1800" b="1">
                <a:solidFill>
                  <a:srgbClr val="FF7F0E"/>
                </a:solidFill>
              </a:defRPr>
            </a:pPr>
            <a:r>
              <a:t>库存管理 → 防止超卖，准确率 99.9%</a:t>
            </a:r>
          </a:p>
          <a:p>
            <a:pPr>
              <a:spcAft>
                <a:spcPts val="800"/>
              </a:spcAft>
              <a:defRPr sz="1800" b="1">
                <a:solidFill>
                  <a:srgbClr val="FF7F0E"/>
                </a:solidFill>
              </a:defRPr>
            </a:pPr>
            <a:r>
              <a:t>物流管理 → 对接 Yamato、Sagawa，运费 -15%</a:t>
            </a:r>
          </a:p>
          <a:p>
            <a:pPr>
              <a:spcAft>
                <a:spcPts val="800"/>
              </a:spcAft>
              <a:defRPr sz="1800" b="1">
                <a:solidFill>
                  <a:srgbClr val="FF7F0E"/>
                </a:solidFill>
              </a:defRPr>
            </a:pPr>
            <a:r>
              <a:t>财务管理 → 3 天→3 小时（24 倍提升）</a:t>
            </a:r>
          </a:p>
          <a:p>
            <a:pPr>
              <a:spcAft>
                <a:spcPts val="800"/>
              </a:spcAft>
              <a:defRPr sz="1800" b="1">
                <a:solidFill>
                  <a:srgbClr val="FF7F0E"/>
                </a:solidFill>
              </a:defRPr>
            </a:pPr>
            <a:r>
              <a:t>客服管理 → 智能回复，效率 3 倍</a:t>
            </a:r>
          </a:p>
          <a:p>
            <a:pPr>
              <a:spcAft>
                <a:spcPts val="800"/>
              </a:spcAft>
              <a:defRPr sz="1800" b="1">
                <a:solidFill>
                  <a:srgbClr val="FF7F0E"/>
                </a:solidFill>
              </a:defRPr>
            </a:pPr>
            <a:r>
              <a:t>BI 分析 → 数据驱动决策</a:t>
            </a:r>
          </a:p>
          <a:p>
            <a:pPr>
              <a:spcAft>
                <a:spcPts val="800"/>
              </a:spcAft>
              <a:defRPr sz="1800" b="1">
                <a:solidFill>
                  <a:srgbClr val="FF7F0E"/>
                </a:solidFill>
              </a:defRPr>
            </a:pPr>
            <a:r>
              <a:t>AI 助手 → 文案/简报/问答，效率 +50%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62FF"/>
                </a:solidFill>
              </a:defRPr>
            </a:pPr>
            <a:r>
              <a:t>三、核心功能 - 支撑模块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9441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🛠️ 7 大支撑模块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商品中心：一次录入，多平台分发（效率 5 倍）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采购管理：智能补货，断货率 -80%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广告管理：多平台数据统一，ROI +20%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规则引擎：自动化流程，减少 90% 重复操作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合规管理：日本税务/法律合规检查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权限管理：多角色权限控制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系统管理：监控告警，稳定性 99.9%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62FF"/>
                </a:solidFill>
              </a:defRPr>
            </a:pPr>
            <a:r>
              <a:t>四、商业价值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9441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962FF"/>
                </a:solidFill>
              </a:defRPr>
            </a:pPr>
            <a:r>
              <a:t>💰 客户收益（年销 5000 万日元卖家）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FF7F0E"/>
                </a:solidFill>
              </a:defRPr>
            </a:pPr>
            <a:r>
              <a:t>效率提升：订单 10 倍 | 上新 6 倍 | 财务 24 倍 | 客服 12 倍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FF7F0E"/>
                </a:solidFill>
              </a:defRPr>
            </a:pPr>
            <a:r>
              <a:t>成本降低：人工 -50% | 物流 -15% | 库存 -30% | 错误 -90%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FF7F0E"/>
                </a:solidFill>
              </a:defRPr>
            </a:pPr>
            <a:r>
              <a:t>收入增长：店铺 3→10 个 | 转化率 +15% | ROI +20%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2962FF"/>
                </a:solidFill>
              </a:defRPr>
            </a:pPr>
            <a:r>
              <a:t>📊 投资回报率：44 倍！</a:t>
            </a:r>
          </a:p>
          <a:p>
            <a:pPr>
              <a:spcAft>
                <a:spcPts val="800"/>
              </a:spcAft>
              <a:defRPr sz="1800" b="1">
                <a:solidFill>
                  <a:srgbClr val="FF7F0E"/>
                </a:solidFill>
              </a:defRPr>
            </a:pPr>
            <a:r>
              <a:t>投入¥10 万/年 → 净收益¥440 万/年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62FF"/>
                </a:solidFill>
              </a:defRPr>
            </a:pPr>
            <a:r>
              <a:t>五、投入与回报 - 开发投入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9441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🛠️ 开发投入：¥165 万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人力成本：¥150 万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后端开发：3 人 × 3 个月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前端开发：2 人 × 3 个月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测试工程师：1 人 × 2 个月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产品经理：1 人 × 3 个月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UI 设计：1 人 × 1 个月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其他成本：¥15 万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服务器/工具：¥10 万/年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第三方 API：¥5 万/年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62FF"/>
                </a:solidFill>
              </a:defRPr>
            </a:pPr>
            <a:r>
              <a:t>五、投入与回报 - 收益预测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9441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📈 收益预测（SaaS 订阅模式）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基础版：¥5 万/年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目标客户：小卖家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预计客户数：100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年收入：¥500 万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专业版：¥15 万/年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目标客户：中卖家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预计客户数：50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年收入：¥750 万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企业版：¥50 万/年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目标客户：大卖家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预计客户数：10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年收入：¥500 万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💵 合计：160 客户，¥1750 万/年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62FF"/>
                </a:solidFill>
              </a:defRPr>
            </a:pPr>
            <a:r>
              <a:t>五、投入与回报 - 盈利时间线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9441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💵 投资回收期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FF7F0E"/>
                </a:solidFill>
              </a:defRPr>
            </a:pPr>
            <a:r>
              <a:t>第 1 年 → 收回成本 + 盈利</a:t>
            </a:r>
          </a:p>
          <a:p>
            <a:pPr>
              <a:spcAft>
                <a:spcPts val="800"/>
              </a:spcAft>
              <a:defRPr sz="1800" b="1">
                <a:solidFill>
                  <a:srgbClr val="FF7F0E"/>
                </a:solidFill>
              </a:defRPr>
            </a:pPr>
            <a:r>
              <a:t>第 2 年 → 净利润 ¥1500 万+</a:t>
            </a:r>
          </a:p>
          <a:p>
            <a:pPr>
              <a:spcAft>
                <a:spcPts val="800"/>
              </a:spcAft>
              <a:defRPr sz="1800" b="1">
                <a:solidFill>
                  <a:srgbClr val="FF7F0E"/>
                </a:solidFill>
              </a:defRPr>
            </a:pPr>
            <a:r>
              <a:t>第 3 年 → 累计净利润 ¥3000 万+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2962FF"/>
                </a:solidFill>
              </a:defRPr>
            </a:pPr>
            <a:r>
              <a:t>🎯 关键假设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获客成本：¥5 万/客户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客户留存率：80%/年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毛利率：70%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62FF"/>
                </a:solidFill>
              </a:defRPr>
            </a:pPr>
            <a:r>
              <a:t>六、合作模式 - 合作方案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9441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🤝 三种合作方式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方案 A：联合开发（推荐）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我方：技术 + 产品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合作方：市场 + 客户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收益分成：50% : 50%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方案 B：技术授权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授权费：¥100 万一次性 + 10% 年营收分成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合作方：自主运营 + 品牌定制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方案 C：合资公司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共同成立公司运营产品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股权比例：协商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长期收益共享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62FF"/>
                </a:solidFill>
              </a:defRPr>
            </a:pPr>
            <a:r>
              <a:t>六、合作模式 - 时间计划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9441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📅 14 周上线计划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FF7F0E"/>
                </a:solidFill>
              </a:defRPr>
            </a:pPr>
            <a:r>
              <a:t>第 1 周    → 需求确认（确定功能范围）</a:t>
            </a:r>
          </a:p>
          <a:p>
            <a:pPr>
              <a:spcAft>
                <a:spcPts val="800"/>
              </a:spcAft>
              <a:defRPr sz="1800" b="1">
                <a:solidFill>
                  <a:srgbClr val="FF7F0E"/>
                </a:solidFill>
              </a:defRPr>
            </a:pPr>
            <a:r>
              <a:t>第 2-3 周  → 系统设计（完成架构设计）</a:t>
            </a:r>
          </a:p>
          <a:p>
            <a:pPr>
              <a:spcAft>
                <a:spcPts val="800"/>
              </a:spcAft>
              <a:defRPr sz="1800" b="1">
                <a:solidFill>
                  <a:srgbClr val="FF7F0E"/>
                </a:solidFill>
              </a:defRPr>
            </a:pPr>
            <a:r>
              <a:t>第 4-12 周 → 开发实施（完成核心功能）</a:t>
            </a:r>
          </a:p>
          <a:p>
            <a:pPr>
              <a:spcAft>
                <a:spcPts val="800"/>
              </a:spcAft>
              <a:defRPr sz="1800" b="1">
                <a:solidFill>
                  <a:srgbClr val="FF7F0E"/>
                </a:solidFill>
              </a:defRPr>
            </a:pPr>
            <a:r>
              <a:t>第 13-14 周→ 测试上线（正式发布）</a:t>
            </a:r>
          </a:p>
          <a:p>
            <a:pPr>
              <a:spcAft>
                <a:spcPts val="800"/>
              </a:spcAft>
              <a:defRPr sz="1800" b="1">
                <a:solidFill>
                  <a:srgbClr val="FF7F0E"/>
                </a:solidFill>
              </a:defRPr>
            </a:pPr>
            <a:r>
              <a:t>第 15 周起 → 市场推广（获客运营）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🚀 快速启动，14 周即可上线盈利！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62FF"/>
                </a:solidFill>
              </a:defRPr>
            </a:pPr>
            <a:r>
              <a:t>七、下一步行动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9441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962FF"/>
                </a:solidFill>
              </a:defRPr>
            </a:pPr>
            <a:r>
              <a:t>🎯 立即行动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FF7F0E"/>
                </a:solidFill>
              </a:defRPr>
            </a:pPr>
            <a:r>
              <a:t>本周   → 确认合作意向和模式</a:t>
            </a:r>
          </a:p>
          <a:p>
            <a:pPr>
              <a:spcAft>
                <a:spcPts val="800"/>
              </a:spcAft>
              <a:defRPr sz="1800" b="1">
                <a:solidFill>
                  <a:srgbClr val="FF7F0E"/>
                </a:solidFill>
              </a:defRPr>
            </a:pPr>
            <a:r>
              <a:t>下周   → 签订合作协议</a:t>
            </a:r>
          </a:p>
          <a:p>
            <a:pPr>
              <a:spcAft>
                <a:spcPts val="800"/>
              </a:spcAft>
              <a:defRPr sz="1800" b="1">
                <a:solidFill>
                  <a:srgbClr val="FF7F0E"/>
                </a:solidFill>
              </a:defRPr>
            </a:pPr>
            <a:r>
              <a:t>第 3 周 → 启动项目开发</a:t>
            </a:r>
          </a:p>
          <a:p>
            <a:pPr>
              <a:spcAft>
                <a:spcPts val="800"/>
              </a:spcAft>
              <a:defRPr sz="1800" b="1">
                <a:solidFill>
                  <a:srgbClr val="FF7F0E"/>
                </a:solidFill>
              </a:defRPr>
            </a:pPr>
            <a:r>
              <a:t>第 14 周→ 产品上线 🚀</a:t>
            </a:r>
          </a:p>
          <a:p>
            <a:pPr>
              <a:spcAft>
                <a:spcPts val="800"/>
              </a:spcAft>
              <a:defRPr sz="1800" b="1">
                <a:solidFill>
                  <a:srgbClr val="FF7F0E"/>
                </a:solidFill>
              </a:defRPr>
            </a:pPr>
            <a:r>
              <a:t>第 15 周→ 开始获客 💰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👉 本周是关键！尽早确认，尽早收益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23232"/>
                </a:solidFill>
              </a:defRPr>
            </a:pPr>
            <a:r>
              <a:t>📞 联系我们</a:t>
            </a:r>
            <a:br/>
            <a:br/>
            <a:r>
              <a:t>随时沟通，共创双赢！</a:t>
            </a:r>
            <a:br/>
            <a:br/>
            <a:r>
              <a:t>制作人：二狗子 🐕</a:t>
            </a:r>
            <a:br/>
            <a:r>
              <a:t>版本：5.0 完整显示版 | 2026 年 3 月 7 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