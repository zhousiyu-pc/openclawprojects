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日本跨境电商 ERP 系统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合作伙伴版演示文档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📋 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项目背景与机会</a:t>
            </a:r>
          </a:p>
          <a:p>
            <a:pPr lvl="0" indent="-342900" marL="342900">
              <a:buAutoNum type="arabicPeriod"/>
            </a:pPr>
            <a:r>
              <a:rPr/>
              <a:t>产品定位</a:t>
            </a:r>
          </a:p>
          <a:p>
            <a:pPr lvl="0" indent="-342900" marL="342900">
              <a:buAutoNum type="arabicPeriod"/>
            </a:pPr>
            <a:r>
              <a:rPr/>
              <a:t>核心功能</a:t>
            </a:r>
          </a:p>
          <a:p>
            <a:pPr lvl="0" indent="-342900" marL="342900">
              <a:buAutoNum type="arabicPeriod"/>
            </a:pPr>
            <a:r>
              <a:rPr/>
              <a:t>商业价值</a:t>
            </a:r>
          </a:p>
          <a:p>
            <a:pPr lvl="0" indent="-342900" marL="342900">
              <a:buAutoNum type="arabicPeriod"/>
            </a:pPr>
            <a:r>
              <a:rPr/>
              <a:t>投入与回报</a:t>
            </a:r>
          </a:p>
          <a:p>
            <a:pPr lvl="0" indent="-342900" marL="342900">
              <a:buAutoNum type="arabicPeriod"/>
            </a:pPr>
            <a:r>
              <a:rPr/>
              <a:t>合作模式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一、项目背景与机会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🎯 市场机会</a:t>
            </a:r>
          </a:p>
          <a:p>
            <a:pPr lvl="0" indent="0" marL="0">
              <a:buNone/>
            </a:pPr>
            <a:r>
              <a:rPr b="1"/>
              <a:t>日本跨境电商市场</a:t>
            </a:r>
            <a:r>
              <a:rPr/>
              <a:t> - 日本电商市场规模：¥20 万亿+/年 - 跨境卖家数量：10 万+ - 痛点：多平台管理复杂、人工效率低、合规风险高</a:t>
            </a:r>
          </a:p>
          <a:p>
            <a:pPr lvl="0" indent="0" marL="0">
              <a:buNone/>
            </a:pPr>
            <a:r>
              <a:rPr b="1"/>
              <a:t>现有问题</a:t>
            </a:r>
            <a:r>
              <a:rPr/>
              <a:t> - 一个卖家平均运营 3-5 个店铺（亚马逊、乐天、雅虎等） - 每个店铺需要手动处理：订单、库存、物流、财务 - 人工操作错误率高、效率低、无法规模化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💡 解决方案</a:t>
            </a:r>
          </a:p>
          <a:p>
            <a:pPr lvl="0" indent="0" marL="0">
              <a:buNone/>
            </a:pPr>
            <a:r>
              <a:rPr b="1"/>
              <a:t>一体化 ERP 系统</a:t>
            </a:r>
            <a:r>
              <a:rPr/>
              <a:t> - 一个系统管理所有店铺 - 自动化处理 90% 日常操作 - 日本本地化合规支持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二、产品定位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🏷️ 这是什么？</a:t>
            </a:r>
          </a:p>
          <a:p>
            <a:pPr lvl="0" indent="0" marL="0">
              <a:buNone/>
            </a:pPr>
            <a:r>
              <a:rPr b="1"/>
              <a:t>一句话说明</a:t>
            </a:r>
            <a:r>
              <a:rPr/>
              <a:t> &gt; 面向日本市场的跨境电商管理系统，帮卖家自动处理订单、库存、物流、财务等所有业务流程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👥 目标客户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客户类型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规模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痛点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中小卖家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1-10 人团队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人手不足，人工操作效率低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中型卖家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10-50 人团队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多店铺管理混乱，数据不统一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大型卖家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 人+ 团队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需要系统化管理，合规要求高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🎖️ 核心优势</a:t>
            </a:r>
          </a:p>
          <a:p>
            <a:pPr lvl="0" indent="-342900" marL="342900">
              <a:buAutoNum type="arabicPeriod"/>
            </a:pPr>
            <a:r>
              <a:rPr b="1"/>
              <a:t>日本本地化</a:t>
            </a:r>
            <a:r>
              <a:rPr/>
              <a:t> - 税务、物流、语言全支持</a:t>
            </a:r>
          </a:p>
          <a:p>
            <a:pPr lvl="0" indent="-342900" marL="342900">
              <a:buAutoNum type="arabicPeriod"/>
            </a:pPr>
            <a:r>
              <a:rPr b="1"/>
              <a:t>多平台对接</a:t>
            </a:r>
            <a:r>
              <a:rPr/>
              <a:t> - 亚马逊、乐天、雅虎等一键接入</a:t>
            </a:r>
          </a:p>
          <a:p>
            <a:pPr lvl="0" indent="-342900" marL="342900">
              <a:buAutoNum type="arabicPeriod"/>
            </a:pPr>
            <a:r>
              <a:rPr b="1"/>
              <a:t>AI 智能助手</a:t>
            </a:r>
            <a:r>
              <a:rPr/>
              <a:t> - 自动文案、智能客服、经营分析</a:t>
            </a:r>
          </a:p>
          <a:p>
            <a:pPr lvl="0" indent="-342900" marL="342900">
              <a:buAutoNum type="arabicPeriod"/>
            </a:pPr>
            <a:r>
              <a:rPr b="1"/>
              <a:t>SaaS 模式</a:t>
            </a:r>
            <a:r>
              <a:rPr/>
              <a:t> - 按需订阅，快速上线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三、核心功能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📦 15 大业务模块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000"/>
                <a:gridCol w="1397000"/>
                <a:gridCol w="2324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模块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业务价值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店铺管理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多平台店铺统一接入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一个后台管所有店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商品中心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商品资料一次录入，多平台分发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上新效率提升 5 倍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订单中心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自动拉单、自动分仓、自动发货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订单处理时间从 30 分钟→3 分钟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库存管理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多仓库库存同步，防止超卖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库存准确率 99.9%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采购管理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智能补货建议，供应商管理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减少断货率 80%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物流管理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对接 Yamato、Sagawa 等日本物流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运费成本降低 15%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广告管理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多平台广告数据统一分析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广告 ROI 提升 20%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客服管理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多平台消息聚合，智能回复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客服效率提升 3 倍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财务管理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自动对账、利润分析、JCT 发票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财务结算时间从 3 天→3 小时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BI 分析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经营看板、销量预测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数据驱动决策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规则引擎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自动化流程配置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减少 90% 重复操作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AI 助手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文案生成、经营简报、智能问答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运营效率提升 50%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合规管理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日本税务、法律合规检查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降低合规风险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权限管理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多角色权限控制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数据安全保障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系统管理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监控、告警、运维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系统稳定性 99.9%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四、商业价值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💰 客户收益</a:t>
            </a:r>
          </a:p>
          <a:p>
            <a:pPr lvl="0" indent="0" marL="0">
              <a:buNone/>
            </a:pPr>
            <a:r>
              <a:rPr b="1"/>
              <a:t>效率提升</a:t>
            </a:r>
            <a:r>
              <a:rPr/>
              <a:t> - 订单处理：30 分钟 → 3 分钟（</a:t>
            </a:r>
            <a:r>
              <a:rPr b="1"/>
              <a:t>提升 10 倍</a:t>
            </a:r>
            <a:r>
              <a:rPr/>
              <a:t>） - 商品上新：1 小时 → 10 分钟（</a:t>
            </a:r>
            <a:r>
              <a:rPr b="1"/>
              <a:t>提升 6 倍</a:t>
            </a:r>
            <a:r>
              <a:rPr/>
              <a:t>） - 财务结算：3 天 → 3 小时（</a:t>
            </a:r>
            <a:r>
              <a:rPr b="1"/>
              <a:t>提升 24 倍</a:t>
            </a:r>
            <a:r>
              <a:rPr/>
              <a:t>） - 客服响应：1 小时 → 5 分钟（</a:t>
            </a:r>
            <a:r>
              <a:rPr b="1"/>
              <a:t>提升 12 倍</a:t>
            </a:r>
            <a:r>
              <a:rPr/>
              <a:t>）</a:t>
            </a:r>
          </a:p>
          <a:p>
            <a:pPr lvl="0" indent="0" marL="0">
              <a:buNone/>
            </a:pPr>
            <a:r>
              <a:rPr b="1"/>
              <a:t>成本降低</a:t>
            </a:r>
            <a:r>
              <a:rPr/>
              <a:t> - 人工成本：减少 50% 运营人员 - 物流成本：优化选择降低 15% - 库存成本：减少 30% 滞销库存 - 错误成本：减少 90% 人工操作失误</a:t>
            </a:r>
          </a:p>
          <a:p>
            <a:pPr lvl="0" indent="0" marL="0">
              <a:buNone/>
            </a:pPr>
            <a:r>
              <a:rPr b="1"/>
              <a:t>收入增长</a:t>
            </a:r>
            <a:r>
              <a:rPr/>
              <a:t> - 多平台扩张：管理店铺数量从 3 个→10 个 - 转化率提升：AI 文案优化提升 15% - 广告 ROI：数据驱动提升 20% - 客户满意度：客服响应快提升复购率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📊 投资回报率（ROI）</a:t>
            </a:r>
          </a:p>
          <a:p>
            <a:pPr lvl="0" indent="0" marL="0">
              <a:buNone/>
            </a:pPr>
            <a:r>
              <a:rPr b="1"/>
              <a:t>典型客户（年销售额 5000 万日元卖家）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项目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金额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系统投入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¥10 万/年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节省人工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¥300 万/年（2 人×150 万）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降低库存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¥50 万/年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提升销售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¥100 万/年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净收益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¥440 万/年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ROI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44 倍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五、投入与回报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🛠️ 开发投入</a:t>
            </a:r>
          </a:p>
          <a:p>
            <a:pPr lvl="0" indent="0" marL="0">
              <a:buNone/>
            </a:pPr>
            <a:r>
              <a:rPr b="1"/>
              <a:t>技术团队</a:t>
            </a:r>
            <a:r>
              <a:rPr/>
              <a:t> - 后端开发：3 人 × 3 个月 - 前端开发：2 人 × 3 个月 - 测试工程师：1 人 × 2 个月 - 产品经理：1 人 × 3 个月 - UI 设计：1 人 × 1 个月</a:t>
            </a:r>
          </a:p>
          <a:p>
            <a:pPr lvl="0" indent="0" marL="0">
              <a:buNone/>
            </a:pPr>
            <a:r>
              <a:rPr b="1"/>
              <a:t>总投入</a:t>
            </a:r>
            <a:r>
              <a:rPr/>
              <a:t> - 人力成本：约 ¥150 万 - 服务器/工具：约 ¥10 万/年 - 第三方 API：约 ¥5 万/年 - </a:t>
            </a:r>
            <a:r>
              <a:rPr b="1"/>
              <a:t>合计：约 ¥165 万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📈 收益预测</a:t>
            </a:r>
          </a:p>
          <a:p>
            <a:pPr lvl="0" indent="0" marL="0">
              <a:buNone/>
            </a:pPr>
            <a:r>
              <a:rPr b="1"/>
              <a:t>SaaS 订阅模式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套餐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价格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目标客户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预计客户数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年收入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基础版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¥5 万/年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小卖家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¥500 万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专业版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¥15 万/年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中卖家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¥750 万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企业版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¥50 万/年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大卖家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¥500 万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合计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¥1750 万/年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投资回收期</a:t>
            </a:r>
            <a:r>
              <a:rPr/>
              <a:t> - 第一年：收回成本 + 盈利 - 第二年：净利润 ¥1500 万+ - 第三年：累计净利润 ¥3000 万+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六、合作模式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🤝 合作方式</a:t>
            </a:r>
          </a:p>
          <a:p>
            <a:pPr lvl="0" indent="0" marL="0">
              <a:buNone/>
            </a:pPr>
            <a:r>
              <a:rPr b="1"/>
              <a:t>方案 A：联合开发</a:t>
            </a:r>
            <a:r>
              <a:rPr/>
              <a:t> - 我方：技术团队 + 产品开发 - 合作方：市场推广 + 客户资源 - 收益分成：50% : 50%</a:t>
            </a:r>
          </a:p>
          <a:p>
            <a:pPr lvl="0" indent="0" marL="0">
              <a:buNone/>
            </a:pPr>
            <a:r>
              <a:rPr b="1"/>
              <a:t>方案 B：技术授权</a:t>
            </a:r>
            <a:r>
              <a:rPr/>
              <a:t> - 我方：提供完整系统源码 - 合作方：自主运营 + 品牌定制 - 授权费用：¥100 万一次性 + 10% 年营收分成</a:t>
            </a:r>
          </a:p>
          <a:p>
            <a:pPr lvl="0" indent="0" marL="0">
              <a:buNone/>
            </a:pPr>
            <a:r>
              <a:rPr b="1"/>
              <a:t>方案 C：合资公司</a:t>
            </a:r>
            <a:r>
              <a:rPr/>
              <a:t> - 共同成立公司运营产品 - 股权比例：协商确定 - 长期收益共享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📅 时间计划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阶段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里程碑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需求确认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第 1 周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确定功能范围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系统设计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第 2-3 周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完成架构设计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开发实施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第 4-12 周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完成核心功能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测试上线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第 13-14 周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正式发布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市场推广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第 15 周起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获客运营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🎯 下一步行动</a:t>
            </a:r>
          </a:p>
          <a:p>
            <a:pPr lvl="0" indent="-342900" marL="342900">
              <a:buAutoNum type="arabicPeriod"/>
            </a:pPr>
            <a:r>
              <a:rPr b="1"/>
              <a:t>本周</a:t>
            </a:r>
            <a:r>
              <a:rPr/>
              <a:t>：确认合作意向和模式</a:t>
            </a:r>
          </a:p>
          <a:p>
            <a:pPr lvl="0" indent="-342900" marL="342900">
              <a:buAutoNum type="arabicPeriod"/>
            </a:pPr>
            <a:r>
              <a:rPr b="1"/>
              <a:t>下周</a:t>
            </a:r>
            <a:r>
              <a:rPr/>
              <a:t>：签订合作协议</a:t>
            </a:r>
          </a:p>
          <a:p>
            <a:pPr lvl="0" indent="-342900" marL="342900">
              <a:buAutoNum type="arabicPeriod"/>
            </a:pPr>
            <a:r>
              <a:rPr b="1"/>
              <a:t>第 3 周</a:t>
            </a:r>
            <a:r>
              <a:rPr/>
              <a:t>：启动项目开发</a:t>
            </a:r>
          </a:p>
          <a:p>
            <a:pPr lvl="0" indent="-342900" marL="342900">
              <a:buAutoNum type="arabicPeriod"/>
            </a:pPr>
            <a:r>
              <a:rPr b="1"/>
              <a:t>第 14 周</a:t>
            </a:r>
            <a:r>
              <a:rPr/>
              <a:t>：产品上线</a:t>
            </a:r>
          </a:p>
          <a:p>
            <a:pPr lvl="0" indent="-342900" marL="342900">
              <a:buAutoNum type="arabicPeriod"/>
            </a:pPr>
            <a:r>
              <a:rPr b="1"/>
              <a:t>第 15 周</a:t>
            </a:r>
            <a:r>
              <a:rPr/>
              <a:t>：开始获客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📞 联系我们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任何问题，随时沟通！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文档版本：1.0</a:t>
            </a:r>
            <a:br/>
            <a:r>
              <a:rPr i="1"/>
              <a:t>更新日期：2026 年 3 月 6 日</a:t>
            </a:r>
            <a:br/>
            <a:r>
              <a:rPr i="1"/>
              <a:t>制作：二狗子 🐕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2026-03-06T11:04:29Z</dcterms:created>
  <dcterms:modified xsi:type="dcterms:W3CDTF">2026-03-06T11:04:29Z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