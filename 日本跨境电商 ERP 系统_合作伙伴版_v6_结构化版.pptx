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962FF"/>
                </a:solidFill>
              </a:defRPr>
            </a:pPr>
            <a:r>
              <a:t>日本跨境电商 ERP 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一站式自动化解决方案 · 助力卖家效率提升 10 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合作伙伴版演示文档</a:t>
            </a:r>
            <a:br/>
            <a:r>
              <a:t>2026 年 3 月 · 二狗子 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📋 目录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962FF"/>
                </a:solidFill>
              </a:defRPr>
            </a:pPr>
            <a:r>
              <a:t>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"/>
            <a:ext cx="11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" y="1"/>
            <a:ext cx="11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01 项目背景与机会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02 产品定位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03 核心功能 - 业务模块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04 核心功能 - 支撑模块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05 商业价值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06 开发投入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07 收益预测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08 盈利时间线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09 合作方案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10 时间计划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11 下一步行动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12 联系我们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4B4"/>
                </a:solidFill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962FF"/>
                </a:solidFill>
              </a:defRPr>
            </a:pPr>
            <a:r>
              <a:t>一、项目背景与机会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"/>
            <a:ext cx="3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🎯 市场机会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3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日本电商市场：¥20 万亿+/年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跨境卖家：10 万+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核心痛点：多平台管理复杂、人工效率低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" y="1"/>
            <a:ext cx="3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" y="1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❌ 现状挑战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" y="1"/>
            <a:ext cx="3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卖家平均运营 3-5 个店铺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订单/库存/物流/财务全靠人工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错误率高、无法规模化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" y="1"/>
            <a:ext cx="3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" y="1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✅ 解决方案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" y="1"/>
            <a:ext cx="3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一个系统管理所有店铺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自动化处理 90% 日常操作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日本本地化合规支持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4B4"/>
                </a:solidFill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962FF"/>
                </a:solidFill>
              </a:defRPr>
            </a:pPr>
            <a:r>
              <a:t>二、产品定位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"/>
            <a:ext cx="3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🏷️ 一句话说明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3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面向日本市场的跨境电商管理系统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自动处理订单、库存、物流、财务全流程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" y="1"/>
            <a:ext cx="3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" y="1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👥 目标客户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" y="1"/>
            <a:ext cx="3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中小卖家（1-10 人）：人手不足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中型卖家（10-50 人）：多店管理混乱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大型卖家（50 人+）：合规要求高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" y="1"/>
            <a:ext cx="3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" y="1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🎖️ 核心优势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" y="1"/>
            <a:ext cx="3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日本本地化：税务/物流/语言支持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多平台对接：亚马逊/乐天/雅虎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AI 智能助手 + SaaS 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4B4"/>
                </a:solidFill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962FF"/>
                </a:solidFill>
              </a:defRPr>
            </a:pPr>
            <a:r>
              <a:t>三、核心功能 - 业务模块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"/>
            <a:ext cx="5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"/>
            <a:ext cx="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📦 核心模块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5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店铺管理 → 一个后台管所有店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订单中心 → 30 分钟→3 分钟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库存管理 → 准确率 99.9%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物流管理 → 运费 -15%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" y="1"/>
            <a:ext cx="5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" y="1"/>
            <a:ext cx="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📦 核心模块 (2)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" y="1"/>
            <a:ext cx="5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财务管理 → 3 天→3 小时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客服管理 → 效率 3 倍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BI 分析 → 数据驱动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AI 助手 → 效率 +50%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4B4"/>
                </a:solidFill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962FF"/>
                </a:solidFill>
              </a:defRPr>
            </a:pPr>
            <a:r>
              <a:t>三、核心功能 - 支撑模块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"/>
            <a:ext cx="11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" y="1"/>
            <a:ext cx="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🛠️ 7 大支撑模块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" y="1"/>
            <a:ext cx="11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商品中心：一次录入，多平台分发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采购管理：智能补货，断货率 -80%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广告管理：多平台数据统一，ROI +20%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规则引擎：自动化流程，减少 90% 重复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合规管理：日本税务/法律合规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权限管理：多角色权限控制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系统管理：监控告警，稳定性 99.9%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4B4"/>
                </a:solidFill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962FF"/>
                </a:solidFill>
              </a:defRPr>
            </a:pPr>
            <a:r>
              <a:t>四、商业价值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"/>
            <a:ext cx="3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⚡ 效率提升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3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订单处理：10 倍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商品上新：6 倍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财务结算：24 倍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客服响应：12 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" y="1"/>
            <a:ext cx="3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" y="1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💰 成本降低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" y="1"/>
            <a:ext cx="3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人工成本：-50%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物流成本：-15%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库存成本：-30%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错误成本：-90%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" y="1"/>
            <a:ext cx="3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" y="1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📈 收入增长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" y="1"/>
            <a:ext cx="3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店铺数量：3 个→10 个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转化率：+15%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广告 ROI：+20%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投资回报：44 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4B4"/>
                </a:solidFill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962FF"/>
                </a:solidFill>
              </a:defRPr>
            </a:pPr>
            <a:r>
              <a:t>五、开发投入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"/>
            <a:ext cx="5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"/>
            <a:ext cx="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👥 人力成本 ¥150 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5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后端开发：3 人 × 3 个月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前端开发：2 人 × 3 个月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测试工程师：1 人 × 2 个月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产品经理：1 人 × 3 个月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UI 设计：1 人 × 1 个月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" y="1"/>
            <a:ext cx="5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" y="1"/>
            <a:ext cx="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🖥️ 其他成本 ¥15 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" y="1"/>
            <a:ext cx="5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服务器/工具：¥10 万/年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第三方 API：¥5 万/年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💵 合计：¥165 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4B4"/>
                </a:solidFill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962FF"/>
                </a:solidFill>
              </a:defRPr>
            </a:pPr>
            <a:r>
              <a:t>五、收益预测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"/>
            <a:ext cx="3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基础版 ¥5 万/年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3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目标：小卖家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客户数：100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年收入：¥500 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" y="1"/>
            <a:ext cx="3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" y="1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专业版 ¥15 万/年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" y="1"/>
            <a:ext cx="3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目标：中卖家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客户数：50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年收入：¥750 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" y="1"/>
            <a:ext cx="3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" y="1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企业版 ¥50 万/年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" y="1"/>
            <a:ext cx="3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目标：大卖家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客户数：10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年收入：¥500 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4B4"/>
                </a:solidFill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962FF"/>
                </a:solidFill>
              </a:defRPr>
            </a:pPr>
            <a:r>
              <a:t>五、盈利时间线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"/>
            <a:ext cx="11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" y="1"/>
            <a:ext cx="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💵 投资回收期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" y="1"/>
            <a:ext cx="11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第 1 年 → 收回成本 + 盈利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第 2 年 → 净利润 ¥1500 万+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第 3 年 → 累计净利润 ¥3000 万+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🎯 关键假设：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获客成本：¥5 万/客户 | 留存率：80% | 毛利率：70%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4B4"/>
                </a:solidFill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962FF"/>
                </a:solidFill>
              </a:defRPr>
            </a:pPr>
            <a:r>
              <a:t>六、合作方案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"/>
            <a:ext cx="3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方案 A：联合开发（推荐）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"/>
            <a:ext cx="3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我方：技术 + 产品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合作方：市场 + 客户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收益分成：50% : 50%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" y="1"/>
            <a:ext cx="3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" y="1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方案 B：技术授权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" y="1"/>
            <a:ext cx="3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授权费：¥100 万一次性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年营收分成：10%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合作方：自主运营 + 品牌定制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" y="1"/>
            <a:ext cx="3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" y="1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方案 C：合资公司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" y="1"/>
            <a:ext cx="3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共同成立公司运营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股权比例：协商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长期收益共享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4B4"/>
                </a:solidFill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962FF"/>
                </a:solidFill>
              </a:defRPr>
            </a:pPr>
            <a:r>
              <a:t>六、时间计划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"/>
            <a:ext cx="11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" y="1"/>
            <a:ext cx="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📅 14 周上线计划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" y="1"/>
            <a:ext cx="11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第 1 周    → 需求确认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第 2-3 周  → 系统设计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第 4-12 周 → 开发实施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第 13-14 周→ 测试上线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第 15 周起 → 市场推广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🚀 快速启动，14 周即可上线盈利！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4B4"/>
                </a:solidFill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962FF"/>
                </a:solidFill>
              </a:defRPr>
            </a:pPr>
            <a:r>
              <a:t>七、下一步行动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"/>
            <a:ext cx="11" cy="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" y="1"/>
            <a:ext cx="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62FF"/>
                </a:solidFill>
              </a:defRPr>
            </a:pPr>
            <a:r>
              <a:t>🎯 立即行动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" y="1"/>
            <a:ext cx="11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本周   → 确认合作意向和模式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下周   → 签订合作协议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第 3 周 → 启动项目开发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第 14 周→ 产品上线 🚀</a:t>
            </a:r>
          </a:p>
          <a:p>
            <a:pPr>
              <a:spcAft>
                <a:spcPts val="500"/>
              </a:spcAft>
              <a:defRPr sz="1400" b="1">
                <a:solidFill>
                  <a:srgbClr val="FF7F0E"/>
                </a:solidFill>
              </a:defRPr>
            </a:pPr>
            <a:r>
              <a:t>第 15 周→ 开始获客 💰</a:t>
            </a: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👉 本周是关键！尽早确认，尽早收益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4B4B4"/>
                </a:solidFill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144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📞 联系我们</a:t>
            </a:r>
            <a:br/>
            <a:br/>
            <a:r>
              <a:t>随时沟通，共创双赢！</a:t>
            </a:r>
            <a:br/>
            <a:br/>
            <a:r>
              <a:t>制作人：二狗子 🐕</a:t>
            </a:r>
            <a:br/>
            <a:r>
              <a:t>版本：6.0 结构化版 | 2026 年 3 月 7 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