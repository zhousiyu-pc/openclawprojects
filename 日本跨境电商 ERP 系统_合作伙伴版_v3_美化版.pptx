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4572000"/>
            <a:ext cx="1828800" cy="1828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4572000"/>
            <a:ext cx="1828800" cy="1828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4572000"/>
            <a:ext cx="1828800" cy="1828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4572000"/>
            <a:ext cx="1828800" cy="1828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4572000"/>
            <a:ext cx="1828800" cy="1828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日本跨境电商 ERP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一站式自动化解决方案 · 助力卖家效率提升 10 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合作伙伴版演示文档</a:t>
            </a:r>
            <a:br/>
            <a:br/>
            <a:r>
              <a:t>2026 年 3 月 · 二狗子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3/14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一、项目背景与机会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二、产品定位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三、核心功能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四、商业价值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五、投入与回报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六、合作模式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七、下一步行动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一、项目背景与机会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4/14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478C"/>
                </a:solidFill>
              </a:defRPr>
            </a:pPr>
            <a:r>
              <a:t>🎯 市场机会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日本电商市场：¥20 万亿+/年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跨境卖家：10 万+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核心痛点：多平台管理复杂、人工效率低、合规风险高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❌ 现状挑战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卖家平均运营 3-5 个店铺（亚马逊、乐天、雅虎）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订单/库存/物流/财务全靠人工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错误率高、无法规模化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19478C"/>
                </a:solidFill>
              </a:defRPr>
            </a:pPr>
            <a:r>
              <a:t>✅ 解决方案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一个系统管理所有店铺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自动化处理 90% 日常操作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日本本地化合规支持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二、产品定位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5/14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🏷️ 一句话说明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→ 面向日本市场的跨境电商管理系统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→ 自动处理订单、库存、物流、财务全流程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👥 目标客户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中小卖家（1-10 人）：人手不足，效率低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中型卖家（10-50 人）：多店管理混乱，数据不统一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大型卖家（50 人+）：需要系统化，合规要求高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🎖️ 核心优势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日本本地化：税务、物流、语言全支持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多平台对接：亚马逊、乐天、雅虎一键接入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AI 智能助手：自动文案、智能客服、经营分析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SaaS 模式：按需订阅，快速上线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三、核心功能 - 业务模块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6/14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📦 8 大核心业务模块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店铺管理 → 一个后台管所有店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订单中心 → 30 分钟→3 分钟（10 倍提升）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库存管理 → 防止超卖，准确率 99.9%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物流管理 → 对接 Yamato、Sagawa，运费 -15%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财务管理 → 3 天→3 小时（24 倍提升）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客服管理 → 智能回复，效率 3 倍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BI 分析 → 数据驱动决策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AI 助手 → 文案/简报/问答，效率 +50%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三、核心功能 - 支撑模块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7/14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🛠️ 7 大支撑模块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商品中心：一次录入，多平台分发（效率 5 倍）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采购管理：智能补货，断货率 -80%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广告管理：多平台数据统一，ROI +20%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规则引擎：自动化流程，减少 90% 重复操作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合规管理：日本税务/法律合规检查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权限管理：多角色权限控制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系统管理：监控告警，稳定性 99.9%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四、商业价值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8/14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478C"/>
                </a:solidFill>
              </a:defRPr>
            </a:pPr>
            <a:r>
              <a:t>💰 客户收益（年销 5000 万日元卖家）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效率提升：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订单处理：10 倍 | 商品上新：6 倍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财务结算：24 倍 | 客服响应：12 倍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成本降低：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人工成本：-50% | 物流成本：-15%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库存成本：-30% | 错误成本：-90%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收入增长：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店铺数量：3 个→10 个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转化率：+15% | 广告 ROI：+20%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📊 投资回报率：44 倍！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投入¥10 万/年 → 净收益¥440 万/年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五、投入与回报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9/14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🛠️ 开发投入：¥165 万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人力成本：¥150 万（3 后端 +2 前端 +1 测试 +1 产品 +1UI）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服务器/工具：¥10 万/年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第三方 API：¥5 万/年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📈 收益预测（SaaS 订阅）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基础版：100 客户 × ¥5 万 = ¥500 万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专业版：50 客户 × ¥15 万 = ¥750 万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企业版：10 客户 × ¥50 万 = ¥500 万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💵 合计：160 客户，¥1750 万/年</a:t>
            </a:r>
          </a:p>
          <a:p>
            <a:pPr>
              <a:spcAft>
                <a:spcPts val="1000"/>
              </a:spcAft>
              <a:defRPr sz="1800" b="1">
                <a:solidFill>
                  <a:srgbClr val="FB923C"/>
                </a:solidFill>
              </a:defRPr>
            </a:pPr>
            <a:r>
              <a:t>毛利率：70%（SaaS 模式）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五、投入与回报 - 盈利时间线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10/14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💵 投资回收期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1 年 → 收回成本 + 盈利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2 年 → 净利润 ¥1500 万+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3 年 → 累计净利润 ¥3000 万+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19478C"/>
                </a:solidFill>
              </a:defRPr>
            </a:pPr>
            <a:r>
              <a:t>🎯 关键假设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获客成本：¥5 万/客户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客户留存率：80%/年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毛利率：70%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六、合作模式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11/14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🤝 三种合作方式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方案 A：联合开发（推荐）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我方：技术 + 产品 | 合作方：市场 + 客户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收益分成：50% : 50%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方案 B：技术授权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授权费：¥100 万一次性 + 10% 年营收分成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合作方：自主运营 + 品牌定制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方案 C：合资公司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共同成立公司运营产品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股权比例：协商 | 长期收益共享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六、合作模式 - 14 周上线计划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12/14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📅 开发时间线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1 周    → 需求确认（确定功能范围）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2-3 周  → 系统设计（完成架构设计）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4-12 周 → 开发实施（完成核心功能）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13-14 周→ 测试上线（正式发布）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15 周起 → 市场推广（获客运营）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🚀 快速启动，14 周即可上线盈利！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280160"/>
            <a:ext cx="1164305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七、下一步行动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0175" y="731520"/>
            <a:ext cx="18288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8585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731520"/>
            <a:ext cx="182880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295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23232"/>
                </a:solidFill>
              </a:defRPr>
            </a:pPr>
            <a:r>
              <a:t>13/14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478C"/>
                </a:solidFill>
              </a:defRPr>
            </a:pPr>
            <a:r>
              <a:t>二狗子 ERP 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478C"/>
                </a:solidFill>
              </a:defRPr>
            </a:pPr>
            <a:r>
              <a:t>🎯 立即行动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本周   → 确认合作意向和模式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下周   → 签订合作协议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3 周 → 启动项目开发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14 周→ 产品上线 🚀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第 15 周→ 开始获客 💰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👉 本周是关键！尽早确认，尽早收益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48640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📞 联系我们</a:t>
            </a:r>
            <a:br/>
            <a:br/>
            <a:r>
              <a:t>随时沟通，共创双赢！</a:t>
            </a:r>
            <a:br/>
            <a:br/>
            <a:r>
              <a:t>制作人：二狗子 🐕</a:t>
            </a:r>
            <a:br/>
            <a:r>
              <a:t>版本：2.0 | 2026 年 3 月 7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